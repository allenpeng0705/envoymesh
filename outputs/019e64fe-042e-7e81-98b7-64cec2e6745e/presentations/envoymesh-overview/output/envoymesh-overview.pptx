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da41f016394ae6" /><Relationship Type="http://schemas.openxmlformats.org/officeDocument/2006/relationships/extended-properties" Target="/docProps/app.xml" Id="R225aa115eea24089" /><Relationship Type="http://schemas.openxmlformats.org/officeDocument/2006/relationships/officeDocument" Target="/ppt/presentation.xml" Id="R460f1f434aa647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f08ffeba7944f4"/>
  </p:sldMasterIdLst>
  <p:notesMasterIdLst>
    <p:notesMasterId xmlns:r="http://schemas.openxmlformats.org/officeDocument/2006/relationships" r:id="R59bd5f89cb9d490f"/>
  </p:notesMasterIdLst>
  <p:sldIdLst>
    <p:sldId xmlns:r="http://schemas.openxmlformats.org/officeDocument/2006/relationships" id="256" r:id="R13b95ba55fea4a47"/>
    <p:sldId xmlns:r="http://schemas.openxmlformats.org/officeDocument/2006/relationships" id="257" r:id="R2644bb2c15cc4f08"/>
    <p:sldId xmlns:r="http://schemas.openxmlformats.org/officeDocument/2006/relationships" id="258" r:id="R7ca41b0d85f149ef"/>
    <p:sldId xmlns:r="http://schemas.openxmlformats.org/officeDocument/2006/relationships" id="259" r:id="Rb785c2221fd148ca"/>
    <p:sldId xmlns:r="http://schemas.openxmlformats.org/officeDocument/2006/relationships" id="260" r:id="R3541964ad2514ca0"/>
    <p:sldId xmlns:r="http://schemas.openxmlformats.org/officeDocument/2006/relationships" id="261" r:id="R0467a629f2374c4c"/>
    <p:sldId xmlns:r="http://schemas.openxmlformats.org/officeDocument/2006/relationships" id="262" r:id="Rc3907caf55f043f0"/>
    <p:sldId xmlns:r="http://schemas.openxmlformats.org/officeDocument/2006/relationships" id="263" r:id="Rb7c6c56836c245d5"/>
    <p:sldId xmlns:r="http://schemas.openxmlformats.org/officeDocument/2006/relationships" id="264" r:id="Rf284c50c2b2f4a64"/>
    <p:sldId xmlns:r="http://schemas.openxmlformats.org/officeDocument/2006/relationships" id="265" r:id="R573909a8b4004cc3"/>
    <p:sldId xmlns:r="http://schemas.openxmlformats.org/officeDocument/2006/relationships" id="266" r:id="R4dd844566f4345d4"/>
    <p:sldId xmlns:r="http://schemas.openxmlformats.org/officeDocument/2006/relationships" id="267" r:id="R260b777b8c5744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08ffeba7944f4" /><Relationship Type="http://schemas.openxmlformats.org/officeDocument/2006/relationships/theme" Target="/ppt/theme/theme1.xml" Id="R43ca9bfa6ba043e5" /><Relationship Type="http://schemas.openxmlformats.org/officeDocument/2006/relationships/notesMaster" Target="/ppt/notesMasters/notesMaster1.xml" Id="R59bd5f89cb9d490f" /><Relationship Type="http://schemas.openxmlformats.org/officeDocument/2006/relationships/presProps" Target="/ppt/presProps.xml" Id="Rfa0a90524c2b4532" /><Relationship Type="http://schemas.openxmlformats.org/officeDocument/2006/relationships/viewProps" Target="/ppt/viewProps.xml" Id="R988e9c7524cc4591" /><Relationship Type="http://schemas.openxmlformats.org/officeDocument/2006/relationships/tableStyles" Target="/ppt/tableStyles.xml" Id="R5db567d8c94a4021" /><Relationship Type="http://schemas.openxmlformats.org/officeDocument/2006/relationships/slide" Target="/ppt/slides/slide1.xml" Id="R13b95ba55fea4a47" /><Relationship Type="http://schemas.openxmlformats.org/officeDocument/2006/relationships/slide" Target="/ppt/slides/slide2.xml" Id="R2644bb2c15cc4f08" /><Relationship Type="http://schemas.openxmlformats.org/officeDocument/2006/relationships/slide" Target="/ppt/slides/slide3.xml" Id="R7ca41b0d85f149ef" /><Relationship Type="http://schemas.openxmlformats.org/officeDocument/2006/relationships/slide" Target="/ppt/slides/slide4.xml" Id="Rb785c2221fd148ca" /><Relationship Type="http://schemas.openxmlformats.org/officeDocument/2006/relationships/slide" Target="/ppt/slides/slide5.xml" Id="R3541964ad2514ca0" /><Relationship Type="http://schemas.openxmlformats.org/officeDocument/2006/relationships/slide" Target="/ppt/slides/slide6.xml" Id="R0467a629f2374c4c" /><Relationship Type="http://schemas.openxmlformats.org/officeDocument/2006/relationships/slide" Target="/ppt/slides/slide7.xml" Id="Rc3907caf55f043f0" /><Relationship Type="http://schemas.openxmlformats.org/officeDocument/2006/relationships/slide" Target="/ppt/slides/slide8.xml" Id="Rb7c6c56836c245d5" /><Relationship Type="http://schemas.openxmlformats.org/officeDocument/2006/relationships/slide" Target="/ppt/slides/slide9.xml" Id="Rf284c50c2b2f4a64" /><Relationship Type="http://schemas.openxmlformats.org/officeDocument/2006/relationships/slide" Target="/ppt/slides/slide10.xml" Id="R573909a8b4004cc3" /><Relationship Type="http://schemas.openxmlformats.org/officeDocument/2006/relationships/slide" Target="/ppt/slides/slide11.xml" Id="R4dd844566f4345d4" /><Relationship Type="http://schemas.openxmlformats.org/officeDocument/2006/relationships/slide" Target="/ppt/slides/slide12.xml" Id="R260b777b8c5744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c14e8a110ec43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776e30cc0043e7" /><Relationship Type="http://schemas.openxmlformats.org/officeDocument/2006/relationships/notesMaster" Target="/ppt/notesMasters/notesMaster1.xml" Id="Rea445a7ad59945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392146ef742d8" /><Relationship Type="http://schemas.openxmlformats.org/officeDocument/2006/relationships/notesMaster" Target="/ppt/notesMasters/notesMaster1.xml" Id="R6733df6241294b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0d7e56ca84e70" /><Relationship Type="http://schemas.openxmlformats.org/officeDocument/2006/relationships/notesMaster" Target="/ppt/notesMasters/notesMaster1.xml" Id="R98fb899fd9e943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a01b5e6ee40c4" /><Relationship Type="http://schemas.openxmlformats.org/officeDocument/2006/relationships/notesMaster" Target="/ppt/notesMasters/notesMaster1.xml" Id="R25f46d9d764144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15b89a95934d93" /><Relationship Type="http://schemas.openxmlformats.org/officeDocument/2006/relationships/notesMaster" Target="/ppt/notesMasters/notesMaster1.xml" Id="R41cc75f31a384e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230bbd416e4a6d" /><Relationship Type="http://schemas.openxmlformats.org/officeDocument/2006/relationships/notesMaster" Target="/ppt/notesMasters/notesMaster1.xml" Id="R32b9d0a753d24b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ecec08d3c34dfe" /><Relationship Type="http://schemas.openxmlformats.org/officeDocument/2006/relationships/notesMaster" Target="/ppt/notesMasters/notesMaster1.xml" Id="Rf979962ae66f47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57a867d88b441b" /><Relationship Type="http://schemas.openxmlformats.org/officeDocument/2006/relationships/notesMaster" Target="/ppt/notesMasters/notesMaster1.xml" Id="R1240ed0863d147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cbe5be68a84dd6" /><Relationship Type="http://schemas.openxmlformats.org/officeDocument/2006/relationships/notesMaster" Target="/ppt/notesMasters/notesMaster1.xml" Id="Re11e2db4d7f441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91b14616ef4ded" /><Relationship Type="http://schemas.openxmlformats.org/officeDocument/2006/relationships/notesMaster" Target="/ppt/notesMasters/notesMaster1.xml" Id="Rc6bf7f1d0a954a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71fed071d94fa6" /><Relationship Type="http://schemas.openxmlformats.org/officeDocument/2006/relationships/notesMaster" Target="/ppt/notesMasters/notesMaster1.xml" Id="Rb9b51154677143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7a20389591468b" /><Relationship Type="http://schemas.openxmlformats.org/officeDocument/2006/relationships/notesMaster" Target="/ppt/notesMasters/notesMaster1.xml" Id="R218f7cd2c7954a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895bde8954a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2f57dd3db748d0" /><Relationship Type="http://schemas.openxmlformats.org/officeDocument/2006/relationships/slideLayout" Target="/ppt/slideLayouts/slideLayout2.xml" Id="R3a69e0a8c67f4d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9e0a8c67f4d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38eb60864440bd" /><Relationship Type="http://schemas.openxmlformats.org/officeDocument/2006/relationships/notesSlide" Target="/ppt/notesSlides/notesSlide1.xml" Id="R576cfb71d23347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cbbf08820c4772" /><Relationship Type="http://schemas.openxmlformats.org/officeDocument/2006/relationships/notesSlide" Target="/ppt/notesSlides/notesSlide2.xml" Id="Rb8c94b8a5d8049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e733a7f6f40f9" /><Relationship Type="http://schemas.openxmlformats.org/officeDocument/2006/relationships/notesSlide" Target="/ppt/notesSlides/notesSlide3.xml" Id="Ra4434aedff3b4e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d838a0a0db4c22" /><Relationship Type="http://schemas.openxmlformats.org/officeDocument/2006/relationships/notesSlide" Target="/ppt/notesSlides/notesSlide4.xml" Id="R66af0ac1283d42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a4181769414574" /><Relationship Type="http://schemas.openxmlformats.org/officeDocument/2006/relationships/notesSlide" Target="/ppt/notesSlides/notesSlide5.xml" Id="R339d30c8f7ca47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ad75d6daef47ea" /><Relationship Type="http://schemas.openxmlformats.org/officeDocument/2006/relationships/notesSlide" Target="/ppt/notesSlides/notesSlide6.xml" Id="Rd4c83b36ec5d4d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f18a8eb7904c86" /><Relationship Type="http://schemas.openxmlformats.org/officeDocument/2006/relationships/notesSlide" Target="/ppt/notesSlides/notesSlide7.xml" Id="R8f85c273aa9540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a8d6639eb4388" /><Relationship Type="http://schemas.openxmlformats.org/officeDocument/2006/relationships/notesSlide" Target="/ppt/notesSlides/notesSlide8.xml" Id="R422f50ab697f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41d32933e84b2c" /><Relationship Type="http://schemas.openxmlformats.org/officeDocument/2006/relationships/notesSlide" Target="/ppt/notesSlides/notesSlide9.xml" Id="Rbe28571eee5944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d8459e07e4fad" /><Relationship Type="http://schemas.openxmlformats.org/officeDocument/2006/relationships/notesSlide" Target="/ppt/notesSlides/notesSlide10.xml" Id="R27f62056546643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00cf53e964303" /><Relationship Type="http://schemas.openxmlformats.org/officeDocument/2006/relationships/notesSlide" Target="/ppt/notesSlides/notesSlide11.xml" Id="Rf954c4d8178f4b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03af0995fd4e28" /><Relationship Type="http://schemas.openxmlformats.org/officeDocument/2006/relationships/notesSlide" Target="/ppt/notesSlides/notesSlide12.xml" Id="Rec8b5ccfa7744c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5684D-BCF0-4CFF-A0B8-D340481F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B8228-52C4-4F99-9DAC-5515021A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ENVOYMESH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2D6FA-9BA3-414E-9C4D-F274DA07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Decentralized P2P Mesh for Autonomous AI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00547-8D16-46CA-BF9C-31E9461C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762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54 typed intents · Ed25519 cryptographic identity · Zero cloud dependency</a:t>
            </a:r>
          </a:p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agents that discover, negotiate, share, and communicate — peer-to-peer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ED04A-4E91-4C3C-B5A6-60AFF676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20116-2144-427A-AB6C-BE6BF3D3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54 Intents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04EF1-399D-4610-B756-667D3E1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Typed &amp; Zod-validated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DF395-DF00-4BB3-A0F3-961ADBF7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BC817-A752-4677-AE21-35AF695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17 Packages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B4856-F7EC-4328-8857-A29657DC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81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TypeScript monorepo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6A4FB-C0E7-42D8-B4A2-4058A556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4BC53-BD2E-430F-BEC7-93312753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588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C1EAF-45E8-48E2-86D9-F2EC7EF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81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Phases 0–11 shipped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12BB8-DBD6-4190-816F-F5DB5801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66778-4102-4F9B-B88B-1A7EAC02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 Servers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46FE0-E67E-49F4-9164-D7F9F120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816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 central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98AC1-CCB7-499C-AF2A-3BBB817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42ACC-4D6B-47E7-BBED-E1A3D5A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Phase 11 complete · Mobile (iOS/Android) · Desktop (Tauri) · Relay fleet</a:t>
            </a:r>
          </a:p>
        </p:txBody>
      </p:sp>
    </p:spTree>
    <p:extLst>
      <p:ext uri="{BB962C8B-B14F-4D97-AF65-F5344CB8AC3E}">
        <p14:creationId xmlns:p14="http://schemas.microsoft.com/office/powerpoint/2010/main" val="6790024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76048-9BEA-46EB-A685-5A63F2B6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3B2CE-DB90-46C8-A218-1BB2CBE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44076-B7F5-40FD-8047-69C5736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Today's AI agents are locked in centralized silos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43DF3-10B8-4025-8688-04E70AC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BBEB9-72E0-454B-B56F-5822E69F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✕  Centralized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C877F-50EE-4C78-BD7B-C3F3B0DD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Single company controls identity &amp;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E33F0-33A7-48A5-8693-9102A264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Agents cannot communicate across platforms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9B9F0-4475-439F-88A0-AD24DCA5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Cloud dependency = single point of 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2352F-2C27-495F-9378-C3FA4D81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No cryptographic proof of agent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B39B4-70DB-4A0D-99B2-94401625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Privacy policies, not privacy guarantees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74478-96F4-42F0-AE7E-DFCC3578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63A46-DC56-4B6B-97D4-B5962E1A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✓  EnvoyMesh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12048-E9B0-4023-AB64-20C4E750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Self-sovereign Ed25519 identity (DIDs)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5CA8D-009F-4DBE-A79A-76BBD45F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9875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Agents discover each other P2P via libp2p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D9271-E857-4A71-8257-8368ED37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Local-first: runs on your devices, no cloud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9A74C-E80F-4373-840E-C7794D9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67125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Owner-signed agent credentials (verifiable)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479AE-0E43-4277-B53A-4A77F564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Policy-enforced: Diplomat→Bonds→Brain→Vault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39D25-A964-4DFD-B627-7D0FC121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4F46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ED5A8-117C-4F6E-94CA-F19FADE8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3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30A3"/>
                </a:solidFill>
                <a:latin typeface="Aptos"/>
                <a:ea typeface="Aptos"/>
                <a:cs typeface="Aptos"/>
              </a:rPr>
              <a:t>Key Insight: AI agents need cryptographic sovereignty, not another cloud account. EnvoyMesh makes every agent a verifiable, policy-bound peer on a decentralized network.</a:t>
            </a:r>
          </a:p>
        </p:txBody>
      </p:sp>
    </p:spTree>
    <p:extLst>
      <p:ext uri="{BB962C8B-B14F-4D97-AF65-F5344CB8AC3E}">
        <p14:creationId xmlns:p14="http://schemas.microsoft.com/office/powerpoint/2010/main" val="8768610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A00188-4D1D-477B-959F-4E6B45F7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4267F-9A55-489C-9F77-994597B5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18B5B-6129-42AF-82A4-039AACDE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666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Three node types, one mesh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78FC3-AD64-4B27-B843-71B92B9B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3619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0EA5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98AF1-D174-4889-B815-475CCE3B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3619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1579C-D2D6-48CB-BD42-A2909EA0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RELAY 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E11D3-63C4-462C-808C-F1896564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Lean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47A7E-F18C-41FF-8388-8B061374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libp2p circuit relay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09B7D-4EB6-4940-BC42-4FB7F502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Check-in / lookup / DHT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6970F-712D-4488-A108-D75616D7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Resource limits (TTL, hops)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272D4-131B-4812-B6F5-A282F81D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No LLM, no data, no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F5413-4999-4EB2-9385-74F217B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3619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4F46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62535-C2C8-4435-A3DF-3096C4A4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3619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60AF8-DBF0-46C0-BABC-0C8C28F6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NORMAL NODE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30F81-8C49-48E5-BB6C-CF3C64F3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Intelligent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DBC26-7C9A-4029-9458-C1416089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LLM router + semantic firewall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CC2D5-A3AF-4B1E-9847-9C845D93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Vault RAG / local file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0EBB0-F70A-43F9-9531-4A99ED06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Full agent + tool registry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21A9A-7261-4B78-8409-6E4A5A1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Policy engine + approval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06625-AE65-4481-A4A0-A3EC689E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619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E7C70-CC3C-4945-BAF9-4745DF3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619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37CD9-D5A4-42B4-9024-B8E8CD90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MOBILE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C764F2-41DA-423E-8A29-11446EAC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Full Peer on Phone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0815C-DD18-4B45-A599-EADDAD54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In-process React + NodeService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FB861-A092-40F7-A715-E6A80709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@noble/curves Ed25519 (pure JS)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AFFC9-F265-48EB-BFC0-A610E947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SQLite persistence (Capacitor)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0F394-0871-4E49-94F8-68CC89D0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Relay-only WebSocket transport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58A894-49C4-4EA1-AEB2-27A99443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1123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AFCF0-5D2A-4A62-95DA-BDD0D110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Lean relays route traffic. Intelligent edges compute. Mobile participates as a full peer. All communicate via signed EMP envelopes.</a:t>
            </a:r>
          </a:p>
        </p:txBody>
      </p:sp>
    </p:spTree>
    <p:extLst>
      <p:ext uri="{BB962C8B-B14F-4D97-AF65-F5344CB8AC3E}">
        <p14:creationId xmlns:p14="http://schemas.microsoft.com/office/powerpoint/2010/main" val="16312565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D5754-DCB7-4F87-8D03-59D9634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47739-2FEA-443C-92D5-E84FC838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4DFDA-3905-43AE-8609-C606633D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762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LLM is never the security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9EFC1-03C9-4280-82AB-2EE2E4C2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Five isolation layers wrap every request before any model sees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C854B-810C-4C0E-B773-5CBC22CE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A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69B5F-2371-4422-A25A-4C364D6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EED3C-F5C5-4381-8423-13A962C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DIPLOMAT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FF95F-587A-44E0-B488-633ED948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Network-facing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libp2p connections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Message parsing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Rate limiting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B3155-1C48-4714-ACE1-0A65EA02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05125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77513-F37E-4899-9F0F-6816A9A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05000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66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DE38E-8734-439A-80C1-74E09914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050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B0A25-DF88-4F28-B134-C839CAD8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955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INBOUND</a:t>
            </a:r>
          </a:p>
          <a:p xmlns:a="http://schemas.openxmlformats.org/drawingml/2006/main">
            <a:pPr algn="ctr">
              <a:defRPr sz="105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GUARD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F721C-8A78-439A-B91D-70C01E29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Size &amp; schema check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Signature verification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Replay dedup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3859B-AE0D-4F65-9116-ABF5D0EC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F9DB8-9547-47E3-AEC8-84E945F8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B8FB8-36CC-4BDA-8861-0C7D5DC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77C42-4FF1-4024-B8F6-FB07C718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BOND</a:t>
            </a:r>
          </a:p>
          <a:p xmlns:a="http://schemas.openxmlformats.org/drawingml/2006/main">
            <a:pPr algn="ctr">
              <a:defRPr sz="10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B56B0-B367-4EBD-B04E-08571B29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Trust tier lookup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Intent authorization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Capability gating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A3613-7B71-4D0A-979B-91F91157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8FE15-5649-4ADF-9D50-1E217507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55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B049B-0B23-40B7-A447-DBEB488C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050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C8B30-3FD2-464D-87FC-A3836218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955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855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855F7"/>
                </a:solidFill>
                <a:latin typeface="Aptos"/>
                <a:ea typeface="Aptos"/>
                <a:cs typeface="Aptos"/>
              </a:rPr>
              <a:t>TASK</a:t>
            </a:r>
          </a:p>
          <a:p xmlns:a="http://schemas.openxmlformats.org/drawingml/2006/main">
            <a:pPr algn="ctr">
              <a:defRPr sz="1050" b="1">
                <a:solidFill>
                  <a:srgbClr val="A855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855F7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CFE504-25E5-48FD-ABD8-2DB15A16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Mandate expiry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Cancellation check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Satisfaction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FCD47-7582-4F17-9ED5-67213BFB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05125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13C5D-8D4F-4427-9835-1D21930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2000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48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B657B-AC60-4CDB-A418-24C8FA8D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38E2C-F46B-47C8-B644-943CF88F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BRAIN</a:t>
            </a:r>
          </a:p>
          <a:p xmlns:a="http://schemas.openxmlformats.org/drawingml/2006/main">
            <a:pPr algn="ctr">
              <a:defRPr sz="10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+ VAULT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2B55E-63C7-44E1-9729-E224A38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Semantic firewall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Approved context only</a:t>
            </a:r>
          </a:p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Path-safety enforced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44889-2542-4DF4-8085-2119DD9F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8AB67-0FC6-44A2-9E57-5BFDBAFC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009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2400E"/>
                </a:solidFill>
                <a:latin typeface="Aptos"/>
                <a:ea typeface="Aptos"/>
                <a:cs typeface="Aptos"/>
              </a:rPr>
              <a:t>Core Principle: Schema validation, signatures, trust policy, vault path checks, model routing policy, egress filters, approvals, and audit logs must surround any model or tool call. The model is sandboxed — not trusted.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124DF-A04A-4EB9-BADF-3A131808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B9E90-4632-4B9A-B159-4EC24103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Every operation produces an audit 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DAA48F-4062-4832-8971-340CA8F3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504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JSONL audit with correlation IDs stitching multi-peer flows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C55820-C0E7-4D39-A370-49DF36CC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57875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Canonical JSON signing for determinism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01E0C6-5431-432C-84AE-D8302C06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43625"/>
            <a:ext cx="495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Sorted keys, no undefined values — deterministic serialization</a:t>
            </a:r>
          </a:p>
        </p:txBody>
      </p:sp>
    </p:spTree>
    <p:extLst>
      <p:ext uri="{BB962C8B-B14F-4D97-AF65-F5344CB8AC3E}">
        <p14:creationId xmlns:p14="http://schemas.microsoft.com/office/powerpoint/2010/main" val="10934661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72460-A0A6-4F47-8FD1-65F633BB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33D43-43C5-4FB9-8D2E-688B2AEF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15EFA-6BC7-43D4-8585-ACB8D0A1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666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Three-tier cryptographic 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77923-AB4D-45F8-B108-CDFEF8B5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Self-sovereign. Verifiable. No central account server required.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1F3FD-FC37-477D-A80A-A762BA18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4F46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A3D2C-9F60-4638-A2E9-0049FE89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66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10D83-1954-472C-B9D5-34159D6C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envoy:owner:&lt;sha256(pubkey)&gt;</a:t>
            </a:r>
          </a:p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Long-lived human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F8F88-DB5A-44FB-AF4B-03E565A6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6F247-7295-4451-ADE0-81648895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signs certificates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168D6-D2E5-4591-B08E-60DD01A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C123B-EC0C-4FE6-A25E-3505AD8C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9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D9766-A648-49E2-A5D4-F017D331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envoy:device:&lt;sha256(pubkey)&gt;</a:t>
            </a:r>
          </a:p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Per-device key pair (laptop, phone, server)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C3AEA-4678-4A99-BD75-CFF523C9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ACA7F-65A6-4022-A11B-9EFE2D6C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signs mandate for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8AE9C-B813-4ED0-AF11-9FE0EF9D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F432E-26EB-424E-AD92-B3E777BB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CB9CD-0CA5-40B1-829C-880E36D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38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envoy:agent:&lt;sha256(ownerId + agent-pubkey)&gt;</a:t>
            </a:r>
          </a:p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AI agent authorized via owner-signed credential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150E9-6783-4FA2-A11D-D4946E46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F4F9F-31DB-44B6-86ED-8C718270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9074C-4788-4C41-A696-639D1777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Agent has its own peer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77842-2866-4208-98B6-557E3315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Distinct from owner; derived from owner+agent keys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2A296-7908-46E1-8351-C3D9182A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5FFD2D-F36C-42D6-817D-63BCF078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E54F5-121F-49A6-B013-DD75FCBE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All agent actions signed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94A2A-F22C-48EC-92DE-B6F6DC12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Agent's Ed25519 key + owner-signed credential in every envelope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23B5B-3562-453A-AC7F-1A1A7600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74549-6AA5-4B73-9715-26D179D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F682C-7F7F-4D3A-9761-7CBF8BEE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Peers verify agent→owner linkage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6E2F6-3B13-4084-A34C-2E786C1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verifyAgentEnvelope() checks signature, credential, scope, expiry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E2126C-6735-47BE-8FA1-BC3886DF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77108-9FC8-48BC-89AE-418FCF1A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ADA7E1-7FA6-4AAE-A6F6-EE702881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Multi-device shared identity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4D1E52-F4D0-426A-BBA0-9931397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Mobile imports owner key via QR → same ownerId across all devices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B7568C-CB8A-4FFB-A5A2-32C612A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C3BAD8-5E27-4989-AB4F-31B07C3E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B1D3E0-7B6E-4051-92DF-21D65F1C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Revocable per device / per agent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E5AB15-7B31-45E3-B28D-9F332B8B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Revoke device certificate or agent credential without changing owner key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6A73B3-F379-4D9F-A22E-CD29443B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266E9E-CB88-46CA-9940-7715F54F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048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SIGNED ENVELOPE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4A4788-B956-4117-82EF-B54EFD1E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version: "0.1"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746889-096B-49C1-A445-D7B04C73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messageId + correlationId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B4DF11-6830-4D0D-B4C9-6A773B29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717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senderPeerId + senderPublicKey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907644-C971-44BC-A7BA-51241615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384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senderRole (human|agent|system)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810468-43A6-4289-83FE-85A22518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051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recipientPeerId + recipientRole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8C0328-DF33-41F3-A970-E7C1172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intent (54 typed intents)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65BDD7-2F3E-42CB-9953-2F3F665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385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payload (Zod-validated)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B65CCA-0CF6-47E8-BB5C-1D52C1AC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agentCredential (if agent)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DBE9D0-1345-4F61-A234-8183B587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signature (Ed25519 over all above)</a:t>
            </a:r>
          </a:p>
        </p:txBody>
      </p:sp>
    </p:spTree>
    <p:extLst>
      <p:ext uri="{BB962C8B-B14F-4D97-AF65-F5344CB8AC3E}">
        <p14:creationId xmlns:p14="http://schemas.microsoft.com/office/powerpoint/2010/main" val="2718370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95EB86-A3C8-47E7-8F8A-D766D1DB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2E823-C4A2-411E-89B5-17FECBA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60417-D68B-4B09-AEE6-14BE1A56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666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54 typed intents with Zod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15E4E-9445-47FB-BA5D-D6485F66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61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DC77E-F23E-459D-9AA5-D1FD6FA4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82934-6BB7-4124-8799-EB27D731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System &amp; 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D505D-A6F6-4322-BBC5-948F489F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system.ping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644AF-16B5-44C1-944F-F5B21CE9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system.signal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E3BAD-0273-405D-B941-9281F361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auth.challenge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0CB2A-FAFA-42FF-8C37-55DF2F8A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auth.challenge.response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98702-33CA-41D5-B5AF-CCD8D99E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361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22699-854E-404F-9406-98459396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48309-2C14-44C7-91C4-CC0C2E03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Bond &amp; 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9657D-C67C-4F16-BAF3-C1A486F2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bond.request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E991A-AEFF-4E5F-8A97-C203F08C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bond.accept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75719-54D6-4103-82DA-9C8B17D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bond.challenge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4E6E0-AB62-48F0-A381-7E414A72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bond.challenge.response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3FE4B-65DD-4956-A0C8-3CED83FC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0"/>
            <a:ext cx="361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D2398-BEB4-469A-8C1E-A511CAD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16566-7F63-4761-B6DD-1E4CA52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Chat &amp; Knowledge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0451D-8FF1-4987-85D4-8C1E6985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chat.message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3C7E8-EE6D-44DF-92E3-22B62311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knowledge.query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17A3B-D300-4B56-9330-21023A4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knowledge.response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37CCD-6382-46C9-A9D5-5C7526C3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361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55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73862-CAF5-4716-BC42-7AA34DC2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A17C0-5817-4F51-8491-3FD73E4D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5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855F7"/>
                </a:solidFill>
                <a:latin typeface="Aptos"/>
                <a:ea typeface="Aptos"/>
                <a:cs typeface="Aptos"/>
              </a:rPr>
              <a:t>Task Lifecycle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A2FA7-BD0F-45CF-8332-299AA99C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task.mandate → propose → negotiate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184EE-3EE9-462F-8049-C0080603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→ accept → reject → cancel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F5ED0-AA78-454B-BAE5-5D2DBA73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→ heartbeat →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CE65D-C6E9-45B4-9666-DB529C0A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report.create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3D509-BA57-4CB1-8C19-B54148F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95625"/>
            <a:ext cx="361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489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D64396-E28C-4954-B491-A84DF0E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95625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A37BC8-1FF7-4ED7-9B17-309385E8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99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Discovery &amp; Relay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37C640-6FE7-4D64-8910-5C1AF841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147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discovery.request / response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AFE10-EDBC-4932-9F2C-9BE4747A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agent.card.request / response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02E407-3DD1-4C1C-A7A0-5EAEC4B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481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relay.checkin / lookup / join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38FD0C-2614-448B-9602-51D5E5C7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relay.hints / register / summary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56F95E-A5CE-4EDD-B81E-9DAD7D8D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3619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3F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159197-8510-477B-8782-6FAFCFC3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C73C2-6850-4798-8CD7-61F68442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3F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3F5E"/>
                </a:solidFill>
                <a:latin typeface="Aptos"/>
                <a:ea typeface="Aptos"/>
                <a:cs typeface="Aptos"/>
              </a:rPr>
              <a:t>Share &amp; Social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A4992A-C22C-455C-861A-A51A945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share.preview / request / accept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55EC79-353F-4D9C-9572-27DCDA94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530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social.intro.propose / sync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91FB65-4FFD-47B9-808D-F2C5D68D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device.pair.request / approve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0D9ECB-329A-4126-B2E3-E42B2AFF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864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broadcast.request / cancel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978303-ED2E-4401-86E4-FE81C1C9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61950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C48C4D-0F6A-4177-A034-121A6C35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Protocol Properties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FC1450-6513-495B-9938-DE1A8E72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Type-safe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4F8836-F40C-40DC-8D1A-ECB4BCD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7172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payload has: Zod schema → TypeScript type → parse* validator → create* constructor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5CA2AD-0ABA-4FC4-88F5-86C0691A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Canonical signing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E61ACA-BA02-4A69-BA1A-DB8ACA11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3372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Sorted keys, no undefined values → deterministic JSON for Ed25519 signing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208403-AF3D-4C09-B9D1-84E56C33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Role enforcement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9A6D46-628A-44A6-9CF8-326D624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9572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chat.message requires senderRole=human; task.* requires senderRole=agent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44800E-EBDC-4D64-B949-E3BAE841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Audit-first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C102FD-1CEC-4BE0-A995-87ACD6DA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5772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createAuditEvent() for every operation — JSONL serialized with correlation IDs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D8BC22-434A-4B51-8658-C81E4DAB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91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Envelope-level agent auth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DEF203-D656-45C6-83E7-C2152568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1972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 includes owner-signed AgentCredential in every envelope</a:t>
            </a:r>
          </a:p>
        </p:txBody>
      </p:sp>
    </p:spTree>
    <p:extLst>
      <p:ext uri="{BB962C8B-B14F-4D97-AF65-F5344CB8AC3E}">
        <p14:creationId xmlns:p14="http://schemas.microsoft.com/office/powerpoint/2010/main" val="847177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7610C4-0F9A-4A5D-9451-9DAEF8F8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05645-21A1-4F65-8321-390A11C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AGENT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00736-47B2-447E-9B93-3C96E229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762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AI-Augmented Agent (Phase 9 — Shipped)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C37FD-AA65-4FCB-8C1A-09F8C39A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386E4-2BC3-4200-BA17-9C2FED09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8EB44-0DAE-44C8-90EA-1CCAB50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Agent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ED2E9-92D7-4D6B-B3B4-AD71D39D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Own peer ID, owner-signed credential, verifiable agent→owner linkage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B6DA6-F236-4286-B939-81B11702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1F9C3-41F8-4CC3-B7DC-AF33B547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04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🛠️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DD45E-63CA-4221-B09C-B9E9A0F8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24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Tool Registry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3BD77-0BB2-4170-9007-ACDC0A1B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288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90+ extensible tools: chat.send, knowledge.query, vault.search, bond.hello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9122B-6D45-4CC6-87DC-6E6CA00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3E4CE-657E-4338-AD5D-1D04B937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04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98750-F008-4142-A168-21984C12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Memory &amp;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6EF66-92C4-4B91-BFF0-D779402D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Conversation history, relationships, profile, vault, knowledge 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C7813-9994-4006-A2AB-899A9C8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0613C-AAAA-4CD6-BE4E-765E7DFE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049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🎛️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D0AFD-7500-4BFE-934E-400C7ADA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Mode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EC76C-3840-47BC-90E4-A6DB8F10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288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Reactive (owner online) ↔ Proactive (owner offline), per-contact overrides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C912E-5F23-4987-84EB-B60D562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40B35-C863-4E8E-B37B-2B1348E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43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A4B36-06BC-45C7-81FB-FDFF466C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A841A-52B0-484B-82FD-4F2D60E6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One session per chat, summary-aware LLM calls with context injection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B4065-F64F-4BA0-82E1-F7556659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C85FD-B667-499E-B47C-1F77D79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53F8A-EB8D-4D06-8E60-8013851D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Style 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857B2-BC3F-485F-9041-D74078CE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Per-contact or global LLM response styles, system prompt engineering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F9B4E-F493-4E63-A745-FECB68B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FFE1E-9B36-4CB5-B212-ACD3682F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43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68E7A-8923-467A-8BBF-EDAF8D92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Triggers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89CB6E-3B89-438E-846C-3CF2F34D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67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Scheduled, event-driven, or manual triggers for proactive agent actions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F86D27-6B0B-49EB-94FA-72A3B82A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4127EE-5FC1-4D7E-B98F-2CB8C9BE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43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E01EB1-C75B-4112-B246-DE71D691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Approvals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AA3FD2-2959-4B2D-82ED-67BE5FD6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Sensitive actions require human approval in reactive mode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C90879-D9CD-4CA1-A811-062EA0C3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1430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6D6A0B-E0E0-48DA-8447-1634FC0D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143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5C279E-7F50-4494-A985-4F4133B9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🔗  External Agent Bridge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F942D9-7B55-4C5A-8440-14070F4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OpenClaw / HomeClaw / Hermes → Bridge HTTP API → EnvoyMesh P2P Mesh. External agents become P2P peers without calling libp2p directly.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AE21B1-4A45-40F3-9882-7CBA8D3E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Digest Generator:  Proactive notification digests when agent is offline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3440DF-6482-4675-A552-CD1206AA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5300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Kill Switch:  Autonomous kill switch for safety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B9C9DB-9216-4DD2-A3C3-57A0E74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Audit Trail:  Every tool call, mode change, and decision audited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68704B-DA07-4AF1-9593-A7C7A89E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72125"/>
            <a:ext cx="11430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EDCC7D-E23C-4FCD-BBC1-FD6E3FF3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Agent Orchestration: Direct LLM answer · Vault search + RAG summarization · OpenClaw/HomeClaw tool calls · Task negotiation (propose→accept→result) · Human approval before sensitive actions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9286F0-0D49-4EFD-B56B-40A01F4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9 complete: Agent identity · Tool registry · Memory · Mode · Sessions · Style · Triggers · Approvals · Digest · External agents · P2P Bridge</a:t>
            </a:r>
          </a:p>
        </p:txBody>
      </p:sp>
    </p:spTree>
    <p:extLst>
      <p:ext uri="{BB962C8B-B14F-4D97-AF65-F5344CB8AC3E}">
        <p14:creationId xmlns:p14="http://schemas.microsoft.com/office/powerpoint/2010/main" val="949640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E5BA95-8407-45CA-AFC4-730AAA5D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A9604-52C7-44B0-850A-5803A69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8D4E4-8AF2-4D34-94F0-34BEF5F3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762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Mobile as a full network node (Phase 11 — Shipped)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F9484-480E-458A-9E9D-ED75DC7C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52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A25AC-CE2F-43ED-91F7-E0A9EEC5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52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A281E-261D-4F89-B071-7D14987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14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Capacitor WebView — Single JS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DCE22-F354-4870-BDC0-0362E8BE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53C22-9533-403B-B864-E4E41B3A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Social UI (React SPA)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8FE13-9DF1-4680-BF70-4AB0428F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Chat · Contacts · Search</a:t>
            </a:r>
          </a:p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Profile · Settings · Inbox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16A91-4E57-47E1-AE48-F82936F9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9164D-9F54-415B-AA6B-4B31B78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MobileNode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4C7FC-F3CC-4C97-9CB0-52261B6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@noble/curves Ed25519</a:t>
            </a:r>
          </a:p>
          <a:p xmlns:a="http://schemas.openxmlformats.org/drawingml/2006/main"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SQLite · relay WebSocket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6E220-7888-4A52-A0D3-C5431AC2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383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←→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1B152-5C15-457E-BBA4-FBFDF05F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18CF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18CF8"/>
                </a:solidFill>
                <a:latin typeface="Aptos Mono"/>
                <a:ea typeface="Aptos Mono"/>
                <a:cs typeface="Aptos Mono"/>
              </a:rPr>
              <a:t>DirectCallClient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E3B20-AF8D-445A-B558-6DF83E77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42BF2-6E18-494B-8F0C-AA91FB9D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Storage &amp; 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7AD00-7FD5-4E06-9529-AF5C4B4F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SQLite:  peer directory, trust store, chat log, identity state, session tokens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C7857-121F-444C-A38D-F5AA38B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Capacitor Filesystem:  vault indexing and 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3420E-C526-44E4-81F9-6FE08468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SecureStorage:  private keys in iOS Keychain / Android Keystore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90CAA-913F-4057-BBED-3B35074E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All with in-memory fallback for browser dev mode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9F1B3-D967-47DE-8434-E6DFD214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42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CBBCC-AFC2-4644-BF60-C781B11B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33525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In-Process Architecture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26C54-4E99-4ADE-8246-44F0C4C2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Social UI + Node share one WebView thread — no WebSocket, no JSON-RPC, no child process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34C9A-B293-4092-9B1B-74943A20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62175"/>
            <a:ext cx="542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D5CBA-C864-4871-A443-8A01C2BA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DirectCallClient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4F26C-04CD-48BA-BA4F-12D42A4D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Calls NodeService methods directly — JS function calls instead of WebSocket messages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9DA8B-5F07-4BA8-9F3A-6375B22A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542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D928C-7C49-4E6E-BAA6-8BC11326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Pure-JS Cryptography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AD42A8-1DD9-4191-9331-5502A267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@noble/curves Ed25519 + @noble/hashes SHA-256 — works in browsers, WebViews, Node.js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31D4E-4175-433C-9819-1398CCE8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542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1AAFD-5858-40CE-94F8-0B9CEC9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Relay-Only Transport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8A68D-A7AE-45C7-A386-E80B4DA0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Outbound WebSocket connections only. No TCP/QUIC/mDNS listeners. 30s relay check-in.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FDA727-41CF-41AC-B075-9084270D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42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611AF-EDFB-478B-82BF-C9AAC95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76725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Multi-Device Identity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B53AAB-2267-486A-862B-D34F32F3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0532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Scan QR → import owner private key → share ownerId, contacts, bonds across all devices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DD7E41-E477-4FD0-A7E7-CEFD8509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542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07D39A-0E17-4A83-9E8A-AC43742F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633A8C-DB43-4D69-9979-A52B612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62525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QR Pairing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4E1651-7AF3-44AB-A8BE-851DFC4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envoy://pair URI → direct P2P bond between mobile and home node. AI agent is a contact.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B5FA8F-261F-4291-A03C-1424714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839795-4C5D-477E-A82C-4C5C499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009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Platforms: iOS · Android (via Capacitor) | Desktop: macOS · Windows · Linux (via Tauri)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44BBED-1235-4703-94A1-81AF80C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72200"/>
            <a:ext cx="1009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Phase 11A–11E complete: DirectCallClient · @noble/curves crypto · Mobile node runtime · Multi-device shared identity · SQLite + Filesystem storage</a:t>
            </a:r>
          </a:p>
        </p:txBody>
      </p:sp>
    </p:spTree>
    <p:extLst>
      <p:ext uri="{BB962C8B-B14F-4D97-AF65-F5344CB8AC3E}">
        <p14:creationId xmlns:p14="http://schemas.microsoft.com/office/powerpoint/2010/main" val="6410888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975F8-2762-4258-A0C5-B8556D4A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8B512-7967-4893-857A-22359175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6A370-75E5-47F0-9F32-EB6790A7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762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Full libp2p stack — WAN-ready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D7058-6828-4F80-8F0D-341E3B43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BACC6-45FE-48E1-B16E-35EC51F6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70EFF-6260-4AFC-A2EA-DC5374B3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Application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05EB8-94B0-4FC6-8DFE-3C83753F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EMP Envelope Streams (signed, typed, schema-validated)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8251F-9777-40EF-A6BF-69539DDE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764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D065E-72BD-4182-81FD-073B6A9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764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F8B9D-5005-455E-9922-32CEE318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Protocols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925A1-AAE2-4734-A671-BC41927B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/envoymesh/message/0.1.0 · /envoymesh/chat/0.1.0 · /envoymesh/data/0.1.0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BB9B3-2379-4F40-8435-CEA608B9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818C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A1313-6867-45D8-AEE6-CD552AA0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C05BD-E073-4436-AC59-4C5AEB78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Stream Muxing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C8A6B-0631-4ABE-AD49-904934F3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yamux — multiplexes multiple streams over a single connection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A2A25-E218-44C4-9210-3021E954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8CF1B-AA17-438E-86ED-D5D2C1D9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5C04A-E0A3-4407-AA31-5C78969B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Encryption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548AE-4DEC-4F4D-BAE4-393236C3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576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Noise — authenticated encryption for every libp2p connection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25E01-B28A-46C8-A281-1218A88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D013A-B509-4221-845B-38CB765F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189B3-D290-4523-B401-279C46A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57A1F-1878-49A8-9473-CF4E224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TCP · QUIC · WebSocket (browser/mobile)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61A65-10C8-4861-9B0D-7C88F82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4E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F9A8F-2C27-4F3B-9A40-297FAE2B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768CF-2C40-4A7A-A791-205DE37C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66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mDNS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381C6-2B11-4AE1-A3FF-0DB99927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 network peer discovery — zero-config 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B70A1D-7CC1-4615-A944-3A908E97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4E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C341C-A58E-4E51-9E07-F9E35B9A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296C34-2309-451D-8983-883D9DED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907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DHT (Kademlia)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B3F69-637D-4565-98F9-9614CB4D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621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Distributed peer &amp; provider records — WAN discovery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EA6B23-9C98-4AF1-B767-5116CB5A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4E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8BEED-9349-4B4D-8359-A71191B7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729674-71AE-4DDA-BFAB-F3198FC8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14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Circuit Relay v2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9E6C69-B360-4088-84F0-1B4561E9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NAT traversal — relay nodes connect peers behind firewalls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2D183D-EF04-4DAA-9489-483DF7F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4E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004304-72C1-4741-A2D7-E0C73360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011EA0-64EB-46BD-813C-6115675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384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AutoNAT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C2C76F-396D-447F-B8F3-E4EE8D3E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99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Automatic NAT type detection — determines reachability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B8ECB7-5429-42B9-A6A3-A2F268D7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4E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13F7BD-1CB1-4534-A7DE-20B759C8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4A07A3-29A1-4AF2-B252-C3608B1D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62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DCUtR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5CBD5D-01C4-4650-AA80-2C685208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Direct Connection Upgrade through Relay — hole punching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CDBEE9-BB47-4038-9DDA-42E1A4A2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64E3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261411-4D79-4998-9ACA-F2548F11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E3A480-BA65-4765-B7C4-E2C19C28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862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DHT Capability Topics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6F058F-A779-4FA1-A9BD-3CEC33F7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576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Opt-in topic advertisement — discover peers by capability, not biography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4D6E95-A50E-4130-BD5D-E12765A6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71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4CE63C-85D6-4FC7-9433-7EC13898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AE1798-258F-44C4-A898-81EE92F9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238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Relay Network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6D11F0-8A4C-45CB-9067-FFF8D431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 check-in on connect + every 30s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C70599-A73D-481D-A108-57810401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1932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Bounded relay.lookup (maxHops, maxFanout)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00136B-4CC1-4E0A-8A2A-82FCDF73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336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 graph: hierarchical with summaries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7C46BB-F024-484F-93D3-A8BF725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479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 hints.request for routing hints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1ADC91-14D1-4E9B-AD48-23BBF181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623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 roster snapshots for operators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F15E3D-4A5D-4C69-ABA3-BED1DC5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Negative caching for failed lookups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76230A-A3BA-4A76-8A4D-5D8DDEA8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Capability topic CID-based provider records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26BDC6-78B0-4CDF-B146-37CD135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052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Bootstrap presets: public-libp2p, custom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099CF0-FA8D-42E2-8E59-FCE0A799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196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Connectivity-strict mode for reliability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055302-7CCE-4217-923A-3E2087AB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86375"/>
            <a:ext cx="11334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24C167-813D-4E7F-8FFA-37236B1A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76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18CF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818CF8"/>
                </a:solidFill>
                <a:latin typeface="Aptos Display"/>
                <a:ea typeface="Aptos Display"/>
                <a:cs typeface="Aptos Display"/>
              </a:rPr>
              <a:t>WAN Bootstrap &amp; Connectivity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C08135-9988-402E-8023-1FBEBAAA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`--bootstrap-preset public-libp2p`</a:t>
            </a:r>
          </a:p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Public bootstrap nodes for WAN entry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D20D9F-3879-4CA8-AD06-42E61DA2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67375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`--connectivity-strict`</a:t>
            </a:r>
          </a:p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Fail startup if all bootstrap probes fail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3C5546-D7E4-4D22-AD73-F31122C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67375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`--p2p-debug`</a:t>
            </a:r>
          </a:p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libp2p lifecycle traces as p2p.trace audit rows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C087B9-35A8-44A9-8C04-99811359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763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Social challenge probes · Discovery dashboard (wan-default profile) · Connectivity smoke tests · Live connectivity testing framework</a:t>
            </a:r>
          </a:p>
        </p:txBody>
      </p:sp>
    </p:spTree>
    <p:extLst>
      <p:ext uri="{BB962C8B-B14F-4D97-AF65-F5344CB8AC3E}">
        <p14:creationId xmlns:p14="http://schemas.microsoft.com/office/powerpoint/2010/main" val="2812621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2848C-2925-49F2-BB68-87A0811B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672C6-9ED3-4E49-A2ED-ADC3E95D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TRUST &amp;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C1E41-52D1-4590-9C47-B708DE26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666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Four-tier trust model with deterministic enforcement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E30FF-21EE-4ABE-84D5-92489915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76375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F2D94-7E96-41B6-9042-2C58722A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76375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D8FFC-819E-460E-B0F0-2C068C41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D4247-BA40-4337-B8B8-D370620E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All requests denied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C905E-4C81-4B6D-B232-C8995A81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600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communication allowed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Envelope never reaches policy engine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2D1F7-C691-4D95-A7CF-5D85F31C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A4280-7821-4D88-A3CE-C1D551EF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76375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DAA21-06D0-4A98-909A-52208405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38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EF8AA-801E-46E1-9AC2-E56BCDB0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240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Stranger — minimal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25C95-3773-4E97-938F-8394F736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bond.request / ping allowed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Everything else denied or challenged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Challenge-response required for more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2AB7F-C4BF-49D6-9636-2251B1EB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65B65-46A4-4E95-9CF0-EEB5FC47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7620C-1468-46DC-879F-F3CCCAD3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REFERRED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B2C8B-0219-4D98-9CF6-B00C99E7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Friend-of-friend — gated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671ED-1803-45C4-AC1C-099FFCB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knowledge.query at public sensitivity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Most other actions require approval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Referral or credential 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A7DC4-110C-435D-ACDB-853A306C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76375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C2014-AACA-4F45-A195-6AC914D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76375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E46F2-89CA-4C3F-8736-153D6E70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38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BDAA3-F23D-405C-B39B-1A352773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240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Trusted friend — expanded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34DF7-B039-408C-892A-C7DFDD8A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knowledge.query up to friends sensitivity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Direct messages without approval</a:t>
            </a:r>
          </a:p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Share previews and task proposals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17B9F-97C6-4607-8982-1ACB2140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81500"/>
            <a:ext cx="11620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27408-6410-4A68-8A13-249C02F4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81500"/>
            <a:ext cx="1162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FF6E79-3CC2-42FC-A435-DC55B629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104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Mandates — Owner-signed authorization for tasks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EFCEB-A321-4E6F-86AB-62AAF653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taskIntent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507CC-BD47-423A-BC89-8265BF57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task is authorized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B2D55-6833-4E20-9427-BCB17300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05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allowedActions / disallowedActions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AF9202-97FE-422F-9932-CD6C0F91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Granular operation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481E6B-FDF7-49B0-96E2-D7595597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maxSensitivity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E0F4E1-F0FA-459C-BD6E-8367849D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05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 sensitivity ceiling (public → private)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FE0FE5-CBC3-42A7-B558-08723EE8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maxCost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588F3-A0B3-4E01-B3A9-C3755B5D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Spending limit for model/routing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7DDB9F-2835-4AB1-8540-DF3FB0F4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81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expiresAt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57488D-4C22-4CDA-960B-83C025C8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Hard deadline — task rejected after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31EB81-FCF6-4F79-8C16-1662DF83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81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closeOnFirstCompletedResult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E95498-3D58-4368-B307-10F09555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Stop accepting work after first success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4C8CBA-509A-4751-8CE5-E84CDDEA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collectCompletedResults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5CC4B8-DE71-4345-916C-7BDAC46B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57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Wait for N results before terminating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6ECC68-0569-4573-A386-DF7D0C77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57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requiresApprovalFor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23ECFB-B5B3-4AC2-AE49-57DF29E9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57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Actions needing human approval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235E80-3FAA-4C14-8B11-FE3C1419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57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ttl (max 8)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38D225-96D0-483F-939A-0E97C3BB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57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Max relay hop propagation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6C980A-532C-43B7-A631-F0BA20FA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Task lifecycle: created → planned → discovering → negotiating → waiting_for_peer → running → partial → completed | failed | cancelled</a:t>
            </a:r>
          </a:p>
        </p:txBody>
      </p:sp>
    </p:spTree>
    <p:extLst>
      <p:ext uri="{BB962C8B-B14F-4D97-AF65-F5344CB8AC3E}">
        <p14:creationId xmlns:p14="http://schemas.microsoft.com/office/powerpoint/2010/main" val="4621448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97214-743D-4AC8-BD29-9ED82DD6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84E17-11DF-4936-9E09-7AC0760F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D91B8-EA3C-4A24-AE3A-60BC8DF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762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11 phases delivered — Production-ready 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0B49C-5ABF-4EC2-B5A4-6FDAF6E1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32143-0A7F-4F4F-8264-417B83DF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D8432-F6B7-4DB9-B369-A7BAB7FA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144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7FB4D-98B7-4255-8579-7BE8A6D5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049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Project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56B83-8931-4FAE-811C-D759DB91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AB1F5-C67A-4ADB-B759-A564742B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8C4D6-2703-4369-A098-818410FC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33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7B24A-2B1F-49CC-8FE4-5BCBAAA6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24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Protocol &amp; identity (EMP, Ed25519, Zod)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B1235-6674-4E47-A1E0-F3671AA9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44066-6BD1-4A0C-AACF-247334CA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E95EF-B66A-4862-ABDC-800BDFAF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527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554B4-43F9-4C80-A60D-F335EDDD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Bond &amp; policy engine (4 trust tiers)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898CA-42ED-4E85-B014-D6868B0F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3E63E-A086-49B6-81DB-D1A4C597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130E3-F9F2-4499-BD06-92B91D39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71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0B9F5-8489-402A-976F-42AA76F0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 node (signed messages, vault index)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CC3F3-FEE6-4D84-90AA-424D482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917BE-F5F5-403F-BF54-24E7F85F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7192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58AEB-E5A6-4813-8D44-548275CF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909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956A5-DC0C-497B-8128-F2B40397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P2P network (libp2p: TCP/QUIC/mDNS/DHT/Relay)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40E6E-CDEF-4169-9E32-0FD55E07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C9CF72-4633-4BB2-AEB3-800F62BD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6277A-2CC2-42EE-842D-5750F313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0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43B96-D26F-440D-99AB-5938E9A3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Shared vault (path-safety, IPFS metadata)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5FA8F-79A5-4A8A-8AA5-B47E0150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9F124-E2A7-4553-AF8A-F83A9FAE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504CE-5EB6-4E14-925A-D385EC0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292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D054FB-351F-44A0-9167-CBC03CC9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97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Model router (provider selection, firewall)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C30C75-42E7-40B2-A8DC-E27DD352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9B88F7-5495-4A65-96FF-B77F39A5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9542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831169-7E8F-4F38-8535-46151526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144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274C47-9A27-4FF4-AE1F-BE115BC2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049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Product surface (Social UI, CLI, Tauri)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46791E-1CD0-431F-A02D-795E82F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00392B-EBBB-483A-A0B7-883C76C9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45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4BE8E6-F5E9-4059-9701-695E08B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33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B80255-F5BB-4B3B-BACB-3594A732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24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Agentic normal node (LLM knowledge.query)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D5C975-BBD8-4D8F-BF27-4241DBB4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C0ED1A-705A-4542-9DFF-D91183AD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336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6C0D2B-BB68-4EF0-901D-E8743DF3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527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82F24B-0375-4B86-B8EE-9864644E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432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AI-Augmented Agent (tools, memory, modes)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1677EE-1797-4FE5-9B41-4C369289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4A00B0-E881-4755-AB95-2882F538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52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A16C0A-22BE-49C7-8061-AA152E4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93A708-C207-4997-B5B3-9D8AD4B6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623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Mobile (iOS/Android, in-process node)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5EFAB5-3316-4DB6-A3C0-77E7F09A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B72553-5832-4BC4-A168-D8B2DD32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7192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C601E8-AFC0-4102-A84C-97E62A4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909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DFFD90-9C37-42C7-98CE-9CC275FB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14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HomeClaw App P2P integration (Dart)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DFF1A1-13AC-4A1C-B2E5-5E72065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9A1D08-2E37-40EB-8CA0-C390965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91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58A97A-0097-4BDC-9AAE-5D95659A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10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4E2F90-14C7-40DE-B7EB-259A739A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006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Trust mode &amp; bilateral social mediation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BC044A-0583-414E-8C67-7FEAFB3B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9525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5850D3-CE16-44B7-8FA7-91E6471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952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E603AB-D57D-452E-A192-574109B3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857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4136AB-B211-4B9D-91F2-074C94B3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857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7BD773-FC9C-4F9E-B0B0-8701A13D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1762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154717-233E-47EC-996F-FE486D9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588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9271DB-5F3F-4660-8097-A78E704B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Tasks Completed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5B4CFE-91E6-4061-974D-5D5E295D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953125"/>
            <a:ext cx="1762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B55B6B-08F4-4EE5-B3ED-19594F7A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000750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45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494592-C3C0-41DD-9B99-4FCB7A70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286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03B726-546C-4035-89D2-6A408B4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1762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27F819-5F43-40BE-A7BF-9B58812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00750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116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0D1AE6-DA4B-4BFD-B52F-A6C34A9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286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BADA80-5016-4CC5-9854-24469DDE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53125"/>
            <a:ext cx="1762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646037-2141-4740-AAE4-BB2CF57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000750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54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0985C7-3FF2-46B9-906D-D3084EC4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286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Typed Intents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5F2C71D-F75C-456A-80E1-D4CF24CC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53125"/>
            <a:ext cx="1762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BBC78E-8B1B-49DF-9919-45841194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00750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69E6B54-2AEE-46A9-A205-EB9A513E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286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Packages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0185EF-563B-4C76-BC58-AABD13D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953125"/>
            <a:ext cx="1762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434885-A034-4D9D-A797-CF7A8579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000750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979EA8C-09FC-4B96-90CF-0A8421D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286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Apps</a:t>
            </a:r>
          </a:p>
        </p:txBody>
      </p:sp>
    </p:spTree>
    <p:extLst>
      <p:ext uri="{BB962C8B-B14F-4D97-AF65-F5344CB8AC3E}">
        <p14:creationId xmlns:p14="http://schemas.microsoft.com/office/powerpoint/2010/main" val="5927079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495284-A128-4C04-8400-CD5177D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221BD-EB90-4DD0-8772-2C679F7C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A world where AI agents represent people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40E6A-CD69-4DDD-B79B-9E5A4972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18CF8"/>
                </a:solidFill>
                <a:latin typeface="Aptos"/>
                <a:ea typeface="Aptos"/>
                <a:cs typeface="Aptos"/>
              </a:rPr>
              <a:t>in a secure, decentralized network — no cloud dependency, no central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107AE-24DD-488C-B335-80DA37FA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6B22C-553E-4720-83F0-0259045E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4F6F2-3B20-4744-B747-E6FCE15A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Owner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67D00-8424-434C-8FBA-C84460DE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Data starts under user control.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Envoy indexes &amp; shares only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what owner explicitly approves.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B086B-25B7-474A-937C-3726BB07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149E4-66A8-4271-96AD-A08BB5D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573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C0C05-42EF-4261-9DB6-F11CB82A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P2P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3CAC3-C303-4497-913F-BE092F50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Peers communicate directly.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Discovery, routing, gossip prefer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distributed protocols over central API.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4EC64-9F54-44B3-916F-8E2CAFD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FE66C-A903-4D04-8249-8596B4FC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573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🛡️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D251C-FF94-4A99-BC55-F67C8C3D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Privacy by Default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122FE-5CD5-4321-BAD0-E67EDB7E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 free filesystem access.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Access granted through narrow,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auditable capabilities.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8C7F4-AD87-4630-BDBF-BE16568A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C7972-D28F-433F-A9B6-93CAFBBA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C001A-30AC-4CBF-9764-959D1AA7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Security by Isolation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C18B9-2108-4B20-88FF-23E4C0E4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Diplomat — Bonds — Brain —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Vault: four isolated planes.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LLM is not the security boundary.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B51F0-A5D6-44BE-8F44-E2BD6EF7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279EA-3B1E-4C60-9641-5F261A59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AAA05-4B7B-4728-98E7-F363465B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05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Trust Gradual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5827A-13F2-40F3-89A8-B0560B1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5287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blocked → public → referred →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direct. Different permissions for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different relationships.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E0C3C-7ABF-429B-AC5A-FEF07841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25F04-31D2-44F6-A746-B15EB5A8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77676-4723-4C72-97A4-6B612AE4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05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Bounded Autonomy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7C132B-A2B1-42B2-8CAF-797C7FA3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Direct workflows first.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Broadcast and discovery after</a:t>
            </a:r>
          </a:p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sandboxing and egress controls.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94CF7F-8500-417B-8FD5-D8245E66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59CBD5-4719-48BA-AB6C-42568E2A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A44619-C270-41E8-9BE4-B7D5488D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7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EnvoyMesh is not a centralized AI SaaS product. It is not a generic autonomous agent. It is not purely a blockchain project.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EF4CD-4A14-4821-8EE1-FB11430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47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It is a P2P agent mesh with owner-controlled data — where AI agents represent people, securely and without central authority.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2840EC-92B5-4A2F-A180-C7C0CC4A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DF46D-AC64-4625-852B-D85F2F1A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476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github.com/shileipeng/EnvoyMesh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5416E-5879-454F-B58C-CAB4449B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TypeScript · libp2p · Ed25519 · React · Capacitor · SQLite · Tauri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515532-852D-4DFC-82D1-6FCE5C42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286500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11 complete · May 2026</a:t>
            </a:r>
          </a:p>
        </p:txBody>
      </p:sp>
    </p:spTree>
    <p:extLst>
      <p:ext uri="{BB962C8B-B14F-4D97-AF65-F5344CB8AC3E}">
        <p14:creationId xmlns:p14="http://schemas.microsoft.com/office/powerpoint/2010/main" val="1142145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2026-05-26T16:22:17.9860000Z</dcterms:created>
  <dcterms:modified xsi:type="dcterms:W3CDTF">2026-05-26T16:22:17.9860000Z</dcterms:modified>
</coreProperties>
</file>